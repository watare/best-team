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749040"/>
          </a:xfrm>
          <a:prstGeom prst="rect">
            <a:avLst/>
          </a:prstGeom>
          <a:solidFill>
            <a:srgbClr val="160D2B"/>
          </a:solidFill>
          <a:ln w="12700">
            <a:solidFill>
              <a:srgbClr val="160D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822960"/>
            <a:ext cx="3200400" cy="3200400"/>
          </a:xfrm>
          <a:prstGeom prst="ellipse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7C3AED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840480"/>
            <a:ext cx="2560320" cy="256032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0" y="475488"/>
            <a:ext cx="1764792" cy="640080"/>
          </a:xfrm>
          <a:prstGeom prst="rect">
            <a:avLst/>
          </a:prstGeom>
          <a:solidFill>
            <a:srgbClr val="7C3AED"/>
          </a:solidFill>
          <a:ln>
            <a:solidFill>
              <a:srgbClr val="9D5FFA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548640" y="2395728"/>
            <a:ext cx="11064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Visual Content Creation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114800" y="3145536"/>
            <a:ext cx="395935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1012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Advanced AI  |  Built for Entertainment &amp; Media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3913632"/>
            <a:ext cx="12192000" cy="2487168"/>
          </a:xfrm>
          <a:prstGeom prst="rect">
            <a:avLst/>
          </a:prstGeom>
          <a:solidFill>
            <a:srgbClr val="0F0F1A"/>
          </a:solidFill>
          <a:ln w="12700">
            <a:solidFill>
              <a:srgbClr val="0F0F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224528"/>
            <a:ext cx="237744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3159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49040" y="4224528"/>
            <a:ext cx="237744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43159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74904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4224528"/>
            <a:ext cx="237744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3159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67512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Output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0" y="4224528"/>
            <a:ext cx="2377440" cy="1463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43159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601200" y="5029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Iterations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VFX Is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entertainment industry spends billions on visual effects — yet teams still struggle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skyrocketing costs, impossible timelines, and zero creative agility.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3611880" cy="315468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4871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" y="320040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$50,000+ per minute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" y="3822192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high-end VFX footage. A single scene can drain an entire indie budget overnight.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377440"/>
            <a:ext cx="3611880" cy="315468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4871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407408" y="320040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post-production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462272" y="3822192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simple face replacement requires rigging, rotoscoping, and endless render farm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377440"/>
            <a:ext cx="3611880" cy="315468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487168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39328" y="3200400"/>
            <a:ext cx="3401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creative flexibility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94192" y="3822192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principal photography wraps, re-shoots are prohibitively expensive. There's no room to experiment.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FaceBlend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417320"/>
            <a:ext cx="10177272" cy="1143000"/>
          </a:xfrm>
          <a:prstGeom prst="rect">
            <a:avLst/>
          </a:prstGeom>
          <a:solidFill>
            <a:srgbClr val="1E0D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417320"/>
            <a:ext cx="201168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36192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"AI-powered face synthesis in seconds, not weeks"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761488"/>
            <a:ext cx="3611880" cy="2788920"/>
          </a:xfrm>
          <a:prstGeom prst="rect">
            <a:avLst/>
          </a:prstGeom>
          <a:solidFill>
            <a:srgbClr val="1A1A2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85292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Fast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005072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 full face-swap in under 10 seconds using our proprietary GPU pipeline — no waiting, no rendering queues.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2761488"/>
            <a:ext cx="3611880" cy="2788920"/>
          </a:xfrm>
          <a:prstGeom prst="rect">
            <a:avLst/>
          </a:prstGeom>
          <a:solidFill>
            <a:srgbClr val="1A1A2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85292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389120" y="34930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Studio-Grade Quality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4840" y="4005072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preserves skin texture, lighting, and micro-expressions to deliver results indistinguishable from on-set 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61488"/>
            <a:ext cx="3611880" cy="2788920"/>
          </a:xfrm>
          <a:prstGeom prst="rect">
            <a:avLst/>
          </a:prstGeom>
          <a:solidFill>
            <a:srgbClr val="1A1A2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2852928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321040" y="34930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4005072"/>
            <a:ext cx="3337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directly into your existing Adobe Premiere, DaVinci Resolve, or custom pipeline via our REST API.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simple steps from idea to polished output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611880" cy="37490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9928" y="192024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9928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Source &amp; Target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4206240"/>
            <a:ext cx="33375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your source face photo and target image — or point to cloud storage. We accept JPEG, PNG, TIFF, and RAW formats up to 48 MP.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0" y="33375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611880" cy="3749040"/>
          </a:xfrm>
          <a:prstGeom prst="rect">
            <a:avLst/>
          </a:prstGeom>
          <a:solidFill>
            <a:srgbClr val="1621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41848" y="192024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41848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297680" y="29718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389120" y="36393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&amp; Blends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4206240"/>
            <a:ext cx="33375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neural engine maps 468 facial landmarks, adjusts lighting vectors, and seamlessly composites the face — all in a single forward pass.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33375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229600" y="1828800"/>
            <a:ext cx="3611880" cy="3749040"/>
          </a:xfrm>
          <a:prstGeom prst="rect">
            <a:avLst/>
          </a:prstGeom>
          <a:solidFill>
            <a:srgbClr val="16213E"/>
          </a:solidFill>
          <a:ln w="12700">
            <a:solidFill>
              <a:srgbClr val="2E2E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73768" y="192024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193852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229600" y="29718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21040" y="363931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HD Result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6760" y="4206240"/>
            <a:ext cx="33375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a lossless 4K output in seconds. Export to any format, or push directly to your delivery pipeline via webhook.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719072"/>
            <a:ext cx="361188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719072"/>
            <a:ext cx="14630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751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46888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Sub-10s inference on standard GPU hardware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97096" y="1719072"/>
            <a:ext cx="361188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97096" y="1719072"/>
            <a:ext cx="14630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9751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184648" y="192024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Output Quality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4648" y="246888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4K lossless export in all major formats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719072"/>
            <a:ext cx="361188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10144" y="1719072"/>
            <a:ext cx="14630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97510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997696" y="192024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97696" y="246888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hundreds of jobs via dashboard or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3730752"/>
            <a:ext cx="361188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730752"/>
            <a:ext cx="14630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9867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Access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48056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API with SDKs for JS, Python &amp; Go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197096" y="3730752"/>
            <a:ext cx="361188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97096" y="3730752"/>
            <a:ext cx="14630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39867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184648" y="393192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84648" y="448056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 option — your data stays yours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3730752"/>
            <a:ext cx="3611880" cy="181051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10144" y="3730752"/>
            <a:ext cx="146304" cy="18105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8678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997696" y="3931920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Multi-face Support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97696" y="4480560"/>
            <a:ext cx="248716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multiple faces in a single image simultaneously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powers creative workflows across the entire entertainment spectrum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1457432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2066544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385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64208" y="1920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&amp; TV Production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24528" y="1920240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stunt doubles, de-age actors, or create digital doubles without costly re-shoots or lengthy VFX contracts.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24912"/>
            <a:ext cx="11457432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962656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64208" y="281635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&amp; Esports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24528" y="2816352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personalised player avatars at scale and embed real faces into cutscenes for immersive storytelling.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21024"/>
            <a:ext cx="11457432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858768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30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64208" y="3712464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Influencers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24528" y="3712464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viral face-swap content, branded filters, and interactive AR effects in a fraction of the usual time.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17136"/>
            <a:ext cx="11457432" cy="804672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475488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6268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64208" y="46085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Campaigns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24528" y="4608576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talent across global markets — swap faces to match regional demographics without reshooting.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13248"/>
            <a:ext cx="11457432" cy="804672"/>
          </a:xfrm>
          <a:prstGeom prst="rect">
            <a:avLst/>
          </a:prstGeom>
          <a:solidFill>
            <a:srgbClr val="1A1A2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565099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5229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👗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64208" y="5504688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24528" y="5504688"/>
            <a:ext cx="7452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shoppers preview how they look in outfits, make-up, or hairstyles using a single selfie.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ROI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outcomes from productions that switched to FaceBlend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2724912" cy="3730752"/>
          </a:xfrm>
          <a:prstGeom prst="rect">
            <a:avLst/>
          </a:prstGeom>
          <a:solidFill>
            <a:srgbClr val="1A1A2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10512"/>
            <a:ext cx="2724912" cy="201168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2212848"/>
            <a:ext cx="257860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822960" y="3639312"/>
            <a:ext cx="1810512" cy="36576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76732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431596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traditional VFX workflows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0128" y="1810512"/>
            <a:ext cx="2724912" cy="3730752"/>
          </a:xfrm>
          <a:prstGeom prst="rect">
            <a:avLst/>
          </a:prstGeom>
          <a:solidFill>
            <a:srgbClr val="1A1A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810512"/>
            <a:ext cx="2724912" cy="2011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212848"/>
            <a:ext cx="257860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5800" dirty="0"/>
          </a:p>
        </p:txBody>
      </p:sp>
      <p:sp>
        <p:nvSpPr>
          <p:cNvPr id="15" name="Shape 13"/>
          <p:cNvSpPr/>
          <p:nvPr/>
        </p:nvSpPr>
        <p:spPr>
          <a:xfrm>
            <a:off x="3767328" y="3639312"/>
            <a:ext cx="1810512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6732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Turnaround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431596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brief to final delivery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54496" y="1810512"/>
            <a:ext cx="2724912" cy="3730752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1810512"/>
            <a:ext cx="2724912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212848"/>
            <a:ext cx="257860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5800" dirty="0"/>
          </a:p>
        </p:txBody>
      </p:sp>
      <p:sp>
        <p:nvSpPr>
          <p:cNvPr id="21" name="Shape 19"/>
          <p:cNvSpPr/>
          <p:nvPr/>
        </p:nvSpPr>
        <p:spPr>
          <a:xfrm>
            <a:off x="6711696" y="3639312"/>
            <a:ext cx="181051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376732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Creative Iterations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7648" y="431596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production timeline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98864" y="1810512"/>
            <a:ext cx="2724912" cy="3730752"/>
          </a:xfrm>
          <a:prstGeom prst="rect">
            <a:avLst/>
          </a:prstGeom>
          <a:solidFill>
            <a:srgbClr val="1A1A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8864" y="1810512"/>
            <a:ext cx="2724912" cy="2011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2212848"/>
            <a:ext cx="2578608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5800" dirty="0"/>
          </a:p>
        </p:txBody>
      </p:sp>
      <p:sp>
        <p:nvSpPr>
          <p:cNvPr id="27" name="Shape 25"/>
          <p:cNvSpPr/>
          <p:nvPr/>
        </p:nvSpPr>
        <p:spPr>
          <a:xfrm>
            <a:off x="9656064" y="3639312"/>
            <a:ext cx="1810512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72016" y="376732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 Served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72016" y="4315968"/>
            <a:ext cx="25786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film, TV, gaming &amp; advertising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72768"/>
            <a:ext cx="2395728" cy="1353312"/>
          </a:xfrm>
          <a:prstGeom prst="rect">
            <a:avLst/>
          </a:prstGeom>
          <a:solidFill>
            <a:srgbClr val="1A1A2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72768"/>
            <a:ext cx="2395728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92224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89504" y="2011680"/>
            <a:ext cx="621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090672" y="1572768"/>
            <a:ext cx="2395728" cy="1353312"/>
          </a:xfrm>
          <a:prstGeom prst="rect">
            <a:avLst/>
          </a:prstGeom>
          <a:solidFill>
            <a:srgbClr val="1A1A2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1572768"/>
            <a:ext cx="2395728" cy="1645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792224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22976" y="2011680"/>
            <a:ext cx="621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724144" y="1572768"/>
            <a:ext cx="2395728" cy="1353312"/>
          </a:xfrm>
          <a:prstGeom prst="rect">
            <a:avLst/>
          </a:prstGeom>
          <a:solidFill>
            <a:srgbClr val="1A1A2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4144" y="1572768"/>
            <a:ext cx="2395728" cy="1645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24144" y="1792224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(PyTorch)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56448" y="2011680"/>
            <a:ext cx="6217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8357616" y="1572768"/>
            <a:ext cx="2395728" cy="1353312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1572768"/>
            <a:ext cx="239572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1792224"/>
            <a:ext cx="23957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" y="3767328"/>
            <a:ext cx="2724912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221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261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React 18 + TypeScript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663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TailwindCSS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5065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WebSockets (live preview)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54681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Vite build toolchain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3767328"/>
            <a:ext cx="2724912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9856" y="38221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261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20 + Express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4663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Bull queue (Redis)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5065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authentication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74720" y="54681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S3-compatible storage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54496" y="3767328"/>
            <a:ext cx="2724912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38221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19088" y="4261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PyTorch 2.x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19088" y="4663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ONNX Runtime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19088" y="5065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GAN architecture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19088" y="54681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CUDA 12 acceleration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198864" y="3767328"/>
            <a:ext cx="2724912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2A2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08592" y="382219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363456" y="42611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+ Kubernetes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63456" y="46634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/ on-premise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363456" y="506577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Prometheus + Grafana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363456" y="546811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SOC-2 Type II compliant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112745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scalable plans for every stage of your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64208"/>
            <a:ext cx="3639312" cy="4617720"/>
          </a:xfrm>
          <a:prstGeom prst="rect">
            <a:avLst/>
          </a:prstGeom>
          <a:solidFill>
            <a:srgbClr val="1A1A2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664208"/>
            <a:ext cx="363931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299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34564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€499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5488" y="32186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41248" y="3584448"/>
            <a:ext cx="2724912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37307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200 face-swaps / mo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" y="40782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HD output (up to 2K)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" y="4425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(100 req/day)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" y="47731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" y="512064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 storage 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" y="546811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1664208"/>
            <a:ext cx="3639312" cy="4617720"/>
          </a:xfrm>
          <a:prstGeom prst="rect">
            <a:avLst/>
          </a:prstGeom>
          <a:solidFill>
            <a:srgbClr val="1A0A2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664208"/>
            <a:ext cx="3639312" cy="25603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02352" y="1417320"/>
            <a:ext cx="2029968" cy="310896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417320"/>
            <a:ext cx="20299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20299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389120" y="2487168"/>
            <a:ext cx="34564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€1,999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389120" y="32186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584448"/>
            <a:ext cx="2724912" cy="36576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8848" y="37307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2,000 face-swaps / mo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98848" y="40782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4K lossless output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98848" y="4425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REST API (unlimited)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98848" y="47731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(4h SLA)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98848" y="512064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Batch processing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98848" y="546811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Webhook delivery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11312" y="1664208"/>
            <a:ext cx="3639312" cy="461772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11312" y="1664208"/>
            <a:ext cx="363931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2752" y="2029968"/>
            <a:ext cx="3456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302752" y="2487168"/>
            <a:ext cx="34564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8302752" y="3218688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68512" y="3584448"/>
            <a:ext cx="2724912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373075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face-swaps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412480" y="4078224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8K + RAW output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0" y="4425696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infrastructure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4773168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24/7 dedicated support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412480" y="5120640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On-premise deployment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5468112"/>
            <a:ext cx="3246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AI fine-tuning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Testimonials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719072"/>
            <a:ext cx="11457432" cy="2084832"/>
          </a:xfrm>
          <a:prstGeom prst="rect">
            <a:avLst/>
          </a:prstGeom>
          <a:solidFill>
            <a:srgbClr val="16213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773936"/>
            <a:ext cx="749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298448" y="1883664"/>
            <a:ext cx="99486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"FaceBlend AI fundamentally changed how we approach post-production. What used to take our VFX team three weeks now takes an afternoon. We cut our post-production budget by 70% on our last feature film — and the quality is indistinguishable from anything we produced the traditional way."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108960"/>
            <a:ext cx="566928" cy="566928"/>
          </a:xfrm>
          <a:prstGeom prst="ellipse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1089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98448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Marchand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341071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Post-Production, Lumière Studios (Paris)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023360"/>
            <a:ext cx="11457432" cy="2084832"/>
          </a:xfrm>
          <a:prstGeom prst="rect">
            <a:avLst/>
          </a:prstGeom>
          <a:solidFill>
            <a:srgbClr val="1621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4078224"/>
            <a:ext cx="749808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298448" y="4187952"/>
            <a:ext cx="994867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integrated FaceBlend into our game cinematic pipeline six months ago and haven't looked back. The REST API is rock-solid, batch processing handles our scale effortlessly, and the on-premise option meant our legal team had zero concerns about IP security. It's become mission-critical infrastructure for us."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5413248"/>
            <a:ext cx="566928" cy="5669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5413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Heller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98448" y="57150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Content Technology, Nexon Interactive (Berlin)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112745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  —  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097280" cy="50292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3401568"/>
            <a:ext cx="1076248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3255264"/>
            <a:ext cx="347472" cy="347472"/>
          </a:xfrm>
          <a:prstGeom prst="ellipse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3730752"/>
            <a:ext cx="2487168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3730752"/>
            <a:ext cx="2487168" cy="182880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8529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" y="2852928"/>
            <a:ext cx="1371600" cy="274320"/>
          </a:xfrm>
          <a:prstGeom prst="rect">
            <a:avLst/>
          </a:prstGeom>
          <a:solidFill>
            <a:srgbClr val="9D5FFA"/>
          </a:solidFill>
          <a:ln w="12700">
            <a:solidFill>
              <a:srgbClr val="9D5F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8529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395020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v1.0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44439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API release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2064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v1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2064" y="524865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Starter &amp; Pro plans live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" y="5650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Adobe Premiere plug-in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96512" y="3255264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3730752"/>
            <a:ext cx="2487168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3730752"/>
            <a:ext cx="2487168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28529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0" y="395020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45536" y="44439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iOS &amp; Android apps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145536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On-device inference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145536" y="524865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 camera filters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145536" y="5650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Social sharing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29984" y="325526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3730752"/>
            <a:ext cx="2487168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0992" y="3730752"/>
            <a:ext cx="2487168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8529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42432" y="395020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779008" y="44439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stream face-swap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779008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&lt;50ms latency target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79008" y="524865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 &amp; vMix integration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79008" y="5650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Broadcast SDK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63456" y="3255264"/>
            <a:ext cx="347472" cy="34747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84464" y="3730752"/>
            <a:ext cx="2487168" cy="2468880"/>
          </a:xfrm>
          <a:prstGeom prst="rect">
            <a:avLst/>
          </a:prstGeom>
          <a:solidFill>
            <a:srgbClr val="16213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84464" y="3730752"/>
            <a:ext cx="2487168" cy="182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84464" y="28529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75904" y="3950208"/>
            <a:ext cx="23042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AI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412480" y="44439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Lip-sync dubbing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 language support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12480" y="524865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cloning option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412480" y="56509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localisation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0" y="6309360"/>
            <a:ext cx="1219200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6291072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FaceBlend AI  |  contact@faceblend.ai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520"/>
          </a:solidFill>
          <a:ln w="12700">
            <a:solidFill>
              <a:srgbClr val="0D0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3840480"/>
            <a:ext cx="4114800" cy="4114800"/>
          </a:xfrm>
          <a:prstGeom prst="ellipse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1127455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Together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production deserves the speed and quality of AI.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048" y="2148840"/>
            <a:ext cx="3639312" cy="306324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504" y="2212848"/>
            <a:ext cx="896112" cy="8961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46504" y="223113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" y="3218688"/>
            <a:ext cx="3419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Live Demo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3749040"/>
            <a:ext cx="3310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FaceBlend AI in action on your own footage. We'll walk you through the full workflow in 30 minutes.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" y="47183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at calendly.com/faceblend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148840"/>
            <a:ext cx="3639312" cy="306324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0136" y="2212848"/>
            <a:ext cx="896112" cy="8961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0136" y="223113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07408" y="3218688"/>
            <a:ext cx="3419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Free Trial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62272" y="3749040"/>
            <a:ext cx="3310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free face-swaps, no credit card required. Experience the quality before committing to a plan.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07408" y="47183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app.faceblend.ai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11312" y="2148840"/>
            <a:ext cx="3639312" cy="3063240"/>
          </a:xfrm>
          <a:prstGeom prst="rect">
            <a:avLst/>
          </a:prstGeom>
          <a:solidFill>
            <a:srgbClr val="1A1A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73768" y="2212848"/>
            <a:ext cx="896112" cy="8961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2231136"/>
            <a:ext cx="89611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21040" y="3218688"/>
            <a:ext cx="34198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Sales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75904" y="3749040"/>
            <a:ext cx="33101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custom contract, on-premise deployment, or volume pricing? Our team is ready to help.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4718304"/>
            <a:ext cx="34198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D5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contact@faceblend.ai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5376672"/>
            <a:ext cx="1219200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5413248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contact@faceblend.ai     |     📞  +33 1 23 45 67 89     |     🌐  www.faceblend.ai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2026-03-11T15:28:56Z</dcterms:created>
  <dcterms:modified xsi:type="dcterms:W3CDTF">2026-03-11T15:28:56Z</dcterms:modified>
</cp:coreProperties>
</file>